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_step_1_farmer_l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_step_2_atomic_stock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_step_3_carrier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_step_4_live_gps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_step_5_escrow_p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